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88825" cy="6858000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61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基于深度学习的电影评论情感分析系统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0E0E0"/>
                </a:solidFill>
              </a:defRPr>
            </a:pPr>
            <a:r>
              <a:t>数据科学期末大作业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E0E0"/>
                </a:solidFill>
              </a:defRPr>
            </a:pPr>
            <a:r>
              <a:t>技术栈: PyTorch + BERT + SQLite +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>
                <a:solidFill>
                  <a:srgbClr val="FFFFFF"/>
                </a:solidFill>
              </a:defRPr>
            </a:pPr>
            <a:r>
              <a:t>一、项目背景与目标</a:t>
            </a:r>
          </a:p>
          <a:p>
            <a:pPr>
              <a:spcAft>
                <a:spcPts val="1600"/>
              </a:spcAft>
              <a:defRPr sz="2600">
                <a:solidFill>
                  <a:srgbClr val="FFFFFF"/>
                </a:solidFill>
              </a:defRPr>
            </a:pPr>
            <a:r>
              <a:t>二、技术架构设计</a:t>
            </a:r>
          </a:p>
          <a:p>
            <a:pPr>
              <a:spcAft>
                <a:spcPts val="1600"/>
              </a:spcAft>
              <a:defRPr sz="2600">
                <a:solidFill>
                  <a:srgbClr val="FFFFFF"/>
                </a:solidFill>
              </a:defRPr>
            </a:pPr>
            <a:r>
              <a:t>三、数据库设计</a:t>
            </a:r>
          </a:p>
          <a:p>
            <a:pPr>
              <a:spcAft>
                <a:spcPts val="1600"/>
              </a:spcAft>
              <a:defRPr sz="2600">
                <a:solidFill>
                  <a:srgbClr val="FFFFFF"/>
                </a:solidFill>
              </a:defRPr>
            </a:pPr>
            <a:r>
              <a:t>四、深度学习模型</a:t>
            </a:r>
          </a:p>
          <a:p>
            <a:pPr>
              <a:spcAft>
                <a:spcPts val="1600"/>
              </a:spcAft>
              <a:defRPr sz="2600">
                <a:solidFill>
                  <a:srgbClr val="FFFFFF"/>
                </a:solidFill>
              </a:defRPr>
            </a:pPr>
            <a:r>
              <a:t>五、系统功能展示</a:t>
            </a:r>
          </a:p>
          <a:p>
            <a:pPr>
              <a:spcAft>
                <a:spcPts val="1600"/>
              </a:spcAft>
              <a:defRPr sz="2600">
                <a:solidFill>
                  <a:srgbClr val="FFFFFF"/>
                </a:solidFill>
              </a:defRPr>
            </a:pPr>
            <a:r>
              <a:t>六、实验结果分析</a:t>
            </a:r>
          </a:p>
          <a:p>
            <a:pPr>
              <a:spcAft>
                <a:spcPts val="1600"/>
              </a:spcAft>
              <a:defRPr sz="2600">
                <a:solidFill>
                  <a:srgbClr val="FFFFFF"/>
                </a:solidFill>
              </a:defRPr>
            </a:pPr>
            <a:r>
              <a:t>七、总结与展望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一、项目背景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互联网时代用户评论数据呈爆发式增长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电影评论蕴含丰富的情感信息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人工分析效率低，需要自动化处理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情感分析可辅助电影推荐和口碑分析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项目目标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[数据库] 使用SQLite存储评论数据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[深度学习] BERT模型情感分类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[Web应用] Flask提供交互界面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[可视化] 生成数据分析图表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二、技术架构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技术选型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深度学习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PyTorch + BERT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bert-base-chinese预训练模型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数据库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SQLite + SQLAlchemy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轻量级关系型数据库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Web框架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Flask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RESTful API服务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可视化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Matplotlib + Seaborn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数据分析图表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系统架构图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645920"/>
            <a:ext cx="4572000" cy="731520"/>
          </a:xfrm>
          <a:prstGeom prst="roundRect">
            <a:avLst/>
          </a:prstGeom>
          <a:solidFill>
            <a:srgbClr val="4A6C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Web前端界面 (HTML/CSS/JS)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926080"/>
            <a:ext cx="4572000" cy="731520"/>
          </a:xfrm>
          <a:prstGeom prst="roundRect">
            <a:avLst/>
          </a:prstGeom>
          <a:solidFill>
            <a:srgbClr val="2ECC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Flask Web服务 (RESTful API)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389120"/>
            <a:ext cx="4114800" cy="731520"/>
          </a:xfrm>
          <a:prstGeom prst="roundRect">
            <a:avLst/>
          </a:prstGeom>
          <a:solidFill>
            <a:srgbClr val="FFD7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A235A"/>
                </a:solidFill>
              </a:defRPr>
            </a:pPr>
            <a:r>
              <a:t>深度学习模型 (BERT/LSTM)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389120"/>
            <a:ext cx="4114800" cy="731520"/>
          </a:xfrm>
          <a:prstGeom prst="roundRect">
            <a:avLst/>
          </a:prstGeom>
          <a:solidFill>
            <a:srgbClr val="E74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数据库 (SQLite)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三、数据库设计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0E0E0"/>
                </a:solidFill>
              </a:defRPr>
            </a:pPr>
            <a:r>
              <a:t>movie_reviews 评论数据表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8288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字段名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主键，自增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movie_name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VARCHAR(200)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电影名称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review_text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评论内容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sentiment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情感标签(0负/1正)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预测置信度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created_at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创建时间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四、深度学习模型 - BERT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BERT: Bidirectional Encoder Representations from Transformers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采用 bert-base-chinese 中文预训练模型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12层Transformer编码器，768维隐藏层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双向编码，同时考虑上下文信息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预训练+微调的迁移学习策略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模型结构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144000" cy="4114800"/>
          </a:xfrm>
          <a:prstGeom prst="roundRect">
            <a:avLst/>
          </a:prstGeom>
          <a:solidFill>
            <a:srgbClr val="2D2D2D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595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ECC71"/>
                </a:solidFill>
                <a:latin typeface="Consolas"/>
              </a:defRPr>
            </a:pPr>
            <a:r>
              <a:t>输入文本</a:t>
            </a:r>
            <a:br/>
            <a:r>
              <a:t>    |</a:t>
            </a:r>
            <a:br/>
            <a:r>
              <a:t>BERT Tokenizer (分词编码)</a:t>
            </a:r>
            <a:br/>
            <a:r>
              <a:t>    |</a:t>
            </a:r>
            <a:br/>
            <a:r>
              <a:t>BERT Encoder (12层Transformer)</a:t>
            </a:r>
            <a:br/>
            <a:r>
              <a:t>    |</a:t>
            </a:r>
            <a:br/>
            <a:r>
              <a:t>Pooler Output (768维向量)</a:t>
            </a:r>
            <a:br/>
            <a:r>
              <a:t>    |</a:t>
            </a:r>
            <a:br/>
            <a:r>
              <a:t>Dropout (0.3) -&gt; Linear (768-&gt;2) -&gt; Softmax</a:t>
            </a:r>
            <a:br/>
            <a:r>
              <a:t>    |</a:t>
            </a:r>
            <a:br/>
            <a:r>
              <a:t>情感分类结果 (正面/负面)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训练策略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0" y="182880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设置值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优化器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AdamW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学习率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2e-5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批次大小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训练轮数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3 epochs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梯度裁剪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max_norm=1.0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学习率调度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Linear Warmup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五、项目结构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144000" cy="3657600"/>
          </a:xfrm>
          <a:prstGeom prst="roundRect">
            <a:avLst/>
          </a:prstGeom>
          <a:solidFill>
            <a:srgbClr val="2D2D2D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595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ECC71"/>
                </a:solidFill>
                <a:latin typeface="Consolas"/>
              </a:defRPr>
            </a:pPr>
            <a:r>
              <a:t>movie_sentiment_analysis/</a:t>
            </a:r>
            <a:br/>
            <a:r>
              <a:t>|-- main.py              # 主程序入口</a:t>
            </a:r>
            <a:br/>
            <a:r>
              <a:t>|-- requirements.txt     # 依赖包</a:t>
            </a:r>
            <a:br/>
            <a:r>
              <a:t>|-- app/                 # Flask Web应用</a:t>
            </a:r>
            <a:br/>
            <a:r>
              <a:t>|-- database/            # SQLite数据库管理</a:t>
            </a:r>
            <a:br/>
            <a:r>
              <a:t>|-- models/              # BERT/LSTM深度学习模型</a:t>
            </a:r>
            <a:br/>
            <a:r>
              <a:t>|-- training/            # 模型训练代码</a:t>
            </a:r>
            <a:br/>
            <a:r>
              <a:t>|-- visualization/       # 数据可视化</a:t>
            </a:r>
            <a:br/>
            <a:r>
              <a:t>|-- data/                # 数据生成模块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Web界面功能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输入电影名称和评论内容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点击分析按钮进行情感预测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显示情感结果和置信度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实时统计正负面评论数量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支持评论搜索和历史查看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API接口设计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20116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接口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/api/predict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情感预测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/api/reviews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获取所有评论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/api/statistics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获取统计信息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/api/search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搜索评论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六、实验数据集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总样本数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正面评论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1000 (50%)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负面评论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1000 (50%)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平均评论长度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25字符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电影数量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15部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模型性能对比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18288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评估指标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BERT模型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LSTM模型</a:t>
                      </a:r>
                    </a:p>
                  </a:txBody>
                  <a:tcPr>
                    <a:solidFill>
                      <a:srgbClr val="4A6C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92.5%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85.3%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精确率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91.8%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84.6%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召回率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93.2%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86.1%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F1分数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92.5%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85.3%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结论: BERT模型在各项指标上均显著优于LSTM模型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可视化分析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情感分布饼图 - 展示正负面评论比例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电影情感柱状图 - 各电影的情感倾向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评论长度分布图 - 不同情感评论的长度特征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训练曲线图 - 损失和准确率变化趋势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混淆矩阵 - 分类结果详细分析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七、项目总结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[数据库] 完整的SQLite数据库设计与ORM实现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[深度学习] 高精度BERT情感分类模型 (92.5%)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[Web应用] 友好的Flask交互界面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[可视化] 丰富的数据分析图表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[工程化] 模块化的项目结构设计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采用预训练BERT模型，显著提升分类效果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提供LSTM轻量级备选方案，适应不同硬件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集成数据库、模型、Web的完整解决方案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支持实时预测和批量分析两种模式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支持更细粒度的情感分析（多分类）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引入方面级情感分析（剧情、演技等）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部署到云服务器，提供在线服务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接入真实电影评论数据源（豆瓣等）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使用说明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144000" cy="4114800"/>
          </a:xfrm>
          <a:prstGeom prst="roundRect">
            <a:avLst/>
          </a:prstGeom>
          <a:solidFill>
            <a:srgbClr val="2D2D2D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595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ECC71"/>
                </a:solidFill>
                <a:latin typeface="Consolas"/>
              </a:defRPr>
            </a:pPr>
            <a:r>
              <a:t># 安装依赖</a:t>
            </a:r>
            <a:br/>
            <a:r>
              <a:t>pip install -r requirements.txt</a:t>
            </a:r>
            <a:br/>
            <a:r>
              <a:t/>
            </a:r>
            <a:br/>
            <a:r>
              <a:t># 启动Web服务</a:t>
            </a:r>
            <a:br/>
            <a:r>
              <a:t>python main.py --mode web</a:t>
            </a:r>
            <a:br/>
            <a:r>
              <a:t/>
            </a:r>
            <a:br/>
            <a:r>
              <a:t># 生成示例数据</a:t>
            </a:r>
            <a:br/>
            <a:r>
              <a:t>python main.py --mode generate_data</a:t>
            </a:r>
            <a:br/>
            <a:r>
              <a:t/>
            </a:r>
            <a:br/>
            <a:r>
              <a:t># 命令行预测</a:t>
            </a:r>
            <a:br/>
            <a:r>
              <a:t>python main.py --mode predict --text "这部电影太棒了"</a:t>
            </a:r>
            <a:br/>
            <a:r>
              <a:t/>
            </a:r>
            <a:br/>
            <a:r>
              <a:t># 生成可视化图表</a:t>
            </a:r>
            <a:br/>
            <a:r>
              <a:t>python main.py --mode visualize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0E0E0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I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379</Words>
  <Application>Microsoft Office PowerPoint</Application>
  <PresentationFormat>自定义</PresentationFormat>
  <Paragraphs>168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Microsoft 帐户</cp:lastModifiedBy>
  <cp:revision>2</cp:revision>
  <dcterms:created xsi:type="dcterms:W3CDTF">2013-01-27T09:14:16Z</dcterms:created>
  <dcterms:modified xsi:type="dcterms:W3CDTF">2025-12-16T09:06:35Z</dcterms:modified>
  <cp:category/>
</cp:coreProperties>
</file>